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6"/>
  </p:notesMasterIdLst>
  <p:sldIdLst>
    <p:sldId id="256" r:id="rId3"/>
    <p:sldId id="257" r:id="rId4"/>
    <p:sldId id="258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88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为大家介绍我们这款互动答题产品的几大核心亮点。首先是“扫码即玩”，用户无需安装任何App或注册账号，拿起手机扫一扫就能立即参与，极大地降低了参与门槛。其次，我们支持“视频剧情化”，无论是题目还是答案，都可以配上视频，让答题过程不再枯燥。为了激发现场气氛，我们设计了“竞速计分”模式，回答得又快又准的用户得分更高，非常适合抢答环节。所有数据，如作答人数、实时得分和排名，都会“实时同步”展示在大屏幕上，营造紧张刺激的氛围。视觉上，我们采用了“国潮视觉”设计，以宫廷红金为主题，观感非常高级。此外，“题库自定义”功能允许每场活动都使用独一无二的题目，并且可以反复复用。最后，我们赋予了主持人强大的“掌控全场”能力，可以提前公布答案、移除违规观众，甚至一键重置活动，确保现场流程万无一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产品打磨过程中，我们聚焦活动现场的四大核心技术痛点并逐一攻克。第一，针对“扫码无法入场”问题，因部分单位网络拦截跨网访问，我们采用多路兼容方案，搭配备用连接方式，确保用户顺利进场。第二，解决“视频播放异常”，由于原视频多为手机高压缩格式导致浏览器无法解码，我们推出智能转码工具，统一转换为通用格式并提供一键转换功能。第三，优化“倒计时提示混乱”，将最后5秒提示简化为醒目红色警示“抓紧作答！仅剩 X 秒”，避免观众不知所措。第四，改善“视频切换干扰”，通过技术优化实现切换时自动停止上一段视频，让衔接干净利落。这些针对性的打磨，保障了活动全流程的流畅体验。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和大家分享一下产品的后续可拓展方向。首先，我们计划“支持更多题型”，比如多选题、判断题和图片题，让答题形式更加丰富多样。其次，我们将“增加分组或战队PK模式”，引入团队竞技的概念，进一步提升活动的互动性和趣味性。为了方便活动复盘，我们还会开发“活动结束后导出成绩榜单”的功能，提供详细的数据支持。最后，我们将开放“定制不同活动主题的视觉皮肤”，让用户可以根据自己的品牌或活动主题，自定义产品的视觉风格。这些规划将使我们的产品变得更加强大和灵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0" y="3556000"/>
            <a:ext cx="3810000" cy="3810000"/>
          </a:xfrm>
          <a:prstGeom prst="ellipse">
            <a:avLst/>
          </a:prstGeom>
          <a:solidFill>
            <a:srgbClr val="7F3BF5">
              <a:alpha val="8000"/>
            </a:srgbClr>
          </a:solidFill>
          <a:ln cap="flat" cmpd="sng">
            <a:solidFill>
              <a:srgbClr val="641FDC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71500" y="1346200"/>
            <a:ext cx="41529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打破传统答题模式，以轻量化、趣味化、智能化为核心，打造沉浸式互动体验，为各类活动现场注入无限活力与参与感，轻松调动全场氛围。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" y="602670"/>
            <a:ext cx="61976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3200" b="1" i="0" u="none" strike="noStrike" dirty="0" err="1">
                <a:solidFill>
                  <a:srgbClr val="4C3B8B"/>
                </a:solidFill>
                <a:highlight>
                  <a:srgbClr val="000000">
                    <a:alpha val="0"/>
                  </a:srgbClr>
                </a:highlight>
                <a:latin typeface="微软雅黑"/>
                <a:ea typeface="微软雅黑"/>
                <a:cs typeface="微软雅黑"/>
                <a:sym typeface="微软雅黑"/>
              </a:rPr>
              <a:t>互动答题核心亮点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6781800" y="800100"/>
            <a:ext cx="4648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扫码即玩，零门槛极速参与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781800" y="1244600"/>
            <a:ext cx="46482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无需安装APP、无需注册账号，观众拿起手机扫码即可立即加入答题，彻底降低参与门槛，让现场互动快速启动，不留任何阻碍。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81800" y="2705100"/>
            <a:ext cx="46482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题目与答案均可搭配视频内容，告别纯文字的单调，以剧情化、动态化的形式呈现题目背景与解析，大幅提升答题的趣味性与沉浸感。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781800" y="2260600"/>
            <a:ext cx="4648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视频剧情，沉浸式趣味升级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81800" y="4165600"/>
            <a:ext cx="46482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支持抢答竞速模式，回答速度与准确率双重计分，大屏幕实时同步作答人数、得分与排名，紧张刺激的竞争机制瞬间点燃现场热情。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81800" y="3721100"/>
            <a:ext cx="4648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竞速计分，实时点燃现场氛围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81800" y="5626100"/>
            <a:ext cx="46482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主持人可一键重置、提前揭晓答案或管理观众；支持国潮红金视觉风格与专属题库自定义，灵活适配年会、团建、发布会等各类活动场景。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781800" y="5168900"/>
            <a:ext cx="4648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智能管控，适配多元活动场景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15000" y="5168900"/>
            <a:ext cx="114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2400" b="1" i="0" u="none" strike="noStrike">
                <a:solidFill>
                  <a:srgbClr val="7F3BF5"/>
                </a:solidFill>
                <a:latin typeface="微软雅黑"/>
                <a:ea typeface="微软雅黑"/>
                <a:cs typeface="微软雅黑"/>
                <a:sym typeface="微软雅黑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15000" y="3695700"/>
            <a:ext cx="114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2400" b="1" i="0" u="none" strike="noStrike">
                <a:solidFill>
                  <a:srgbClr val="F54A45"/>
                </a:solidFill>
                <a:latin typeface="微软雅黑"/>
                <a:ea typeface="微软雅黑"/>
                <a:cs typeface="微软雅黑"/>
                <a:sym typeface="微软雅黑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715000" y="2260600"/>
            <a:ext cx="114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2400" b="1" i="0" u="none" strike="noStrike">
                <a:solidFill>
                  <a:srgbClr val="3370FF"/>
                </a:solidFill>
                <a:latin typeface="微软雅黑"/>
                <a:ea typeface="微软雅黑"/>
                <a:cs typeface="微软雅黑"/>
                <a:sym typeface="微软雅黑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715000" y="800100"/>
            <a:ext cx="114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2400" b="1" i="0" u="none" strike="noStrike">
                <a:solidFill>
                  <a:srgbClr val="FF8800"/>
                </a:solidFill>
                <a:latin typeface="微软雅黑"/>
                <a:ea typeface="微软雅黑"/>
                <a:cs typeface="微软雅黑"/>
                <a:sym typeface="微软雅黑"/>
              </a:rPr>
              <a:t>01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146">
            <a:off x="6070608" y="2220769"/>
            <a:ext cx="535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EE0E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8" name="Connector 18"/>
          <p:cNvCxnSpPr/>
          <p:nvPr/>
        </p:nvCxnSpPr>
        <p:spPr>
          <a:xfrm rot="-8146">
            <a:off x="6070608" y="3697893"/>
            <a:ext cx="535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EE0E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19" name="Connector 19"/>
          <p:cNvCxnSpPr/>
          <p:nvPr/>
        </p:nvCxnSpPr>
        <p:spPr>
          <a:xfrm rot="-16292">
            <a:off x="6070600" y="5143731"/>
            <a:ext cx="53594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sq" cmpd="sng">
            <a:solidFill>
              <a:srgbClr val="DEE0E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100" name="答题小程序手机预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377440"/>
            <a:ext cx="21031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5EEFC">
                <a:alpha val="100000"/>
              </a:srgbClr>
            </a:gs>
            <a:gs pos="100000">
              <a:srgbClr val="EDE4F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8800" y="762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打磨过程 · 攻克难点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572000" y="863600"/>
            <a:ext cx="660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聚焦活动现场四大核心技术痛点，通过针对性方案迭代与技术攻坚，逐一破解问题，保障活动全流程流畅落地。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4826000" cy="19050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5400" cap="flat" cmpd="sng">
            <a:noFill/>
            <a:prstDash val="solid"/>
            <a:rou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304800" tIns="254000" rIns="304800" bIns="2540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 dirty="0" err="1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痛点：扫码无法入场</a:t>
            </a:r>
            <a:endParaRPr lang="en-US" sz="1100" dirty="0"/>
          </a:p>
          <a:p>
            <a:pPr marL="0"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改用更兼容的连接方式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 + </a:t>
            </a: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备用方案，保证顺利进场</a:t>
            </a:r>
            <a:endParaRPr lang="en-US" sz="1400" b="0" i="0" u="none" strike="noStrike" dirty="0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0" y="2413000"/>
            <a:ext cx="4826000" cy="19050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5400" cap="flat" cmpd="sng">
            <a:noFill/>
            <a:prstDash val="solid"/>
            <a:rou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304800" tIns="254000" rIns="304800" bIns="2540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 dirty="0" err="1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痛点：视频播放异常</a:t>
            </a:r>
            <a:endParaRPr lang="en-US" sz="1100" dirty="0"/>
          </a:p>
          <a:p>
            <a:pPr marL="0"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统一转换为通用格式，并配“一键转换”小工具</a:t>
            </a:r>
            <a:endParaRPr lang="en-US" sz="1400" b="0" i="0" u="none" strike="noStrike" dirty="0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4572000"/>
            <a:ext cx="4826000" cy="19050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5400" cap="flat" cmpd="sng">
            <a:noFill/>
            <a:prstDash val="solid"/>
            <a:rou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304800" tIns="254000" rIns="304800" bIns="2540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 dirty="0" err="1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痛点：倒计时提示混乱</a:t>
            </a:r>
            <a:endParaRPr lang="en-US" sz="1100" dirty="0"/>
          </a:p>
          <a:p>
            <a:pPr marL="0"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最后5秒只留醒目红色警告“抓紧作答！仅剩 X 秒”</a:t>
            </a:r>
          </a:p>
        </p:txBody>
      </p:sp>
      <p:sp>
        <p:nvSpPr>
          <p:cNvPr id="7" name="AutoShape 7"/>
          <p:cNvSpPr/>
          <p:nvPr/>
        </p:nvSpPr>
        <p:spPr>
          <a:xfrm>
            <a:off x="6096000" y="4572000"/>
            <a:ext cx="4826000" cy="19050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25400" cap="flat" cmpd="sng">
            <a:noFill/>
            <a:prstDash val="solid"/>
            <a:rou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304800" tIns="254000" rIns="304800" bIns="25400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1" i="0" u="none" strike="noStrike" dirty="0" err="1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痛点：视频切换干扰</a:t>
            </a:r>
            <a:endParaRPr lang="en-US" sz="1100" dirty="0"/>
          </a:p>
          <a:p>
            <a:pPr marL="0"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切换时自动停止上一段视频，衔接干净利落</a:t>
            </a:r>
            <a:endParaRPr lang="en-US" sz="1400" b="0" i="0" u="none" strike="noStrike" dirty="0">
              <a:solidFill>
                <a:srgbClr val="595959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346200"/>
            <a:ext cx="41529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为进一步丰富产品功能与用户体验，我们规划了四大核心拓展方向，从题型、玩法、数据到视觉全面升级，打造更具吸引力的互动平台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533400" y="685800"/>
            <a:ext cx="61976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3200" b="1" i="0" u="none" strike="noStrike">
                <a:solidFill>
                  <a:srgbClr val="4C3B8B"/>
                </a:solidFill>
                <a:highlight>
                  <a:srgbClr val="000000">
                    <a:alpha val="0"/>
                  </a:srgbClr>
                </a:highlight>
                <a:latin typeface="微软雅黑"/>
                <a:ea typeface="微软雅黑"/>
                <a:cs typeface="微软雅黑"/>
                <a:sym typeface="微软雅黑"/>
              </a:rPr>
              <a:t>后续可拓展方向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9271000" y="4749800"/>
            <a:ext cx="2616200" cy="144031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开放视觉皮肤定制功能，支持根据品牌形象或活动主题自由更换界面风格，打造独具特色的个性化活动视觉体验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9271000" y="4267200"/>
            <a:ext cx="2616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主题视觉皮肤定制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88100" y="4749800"/>
            <a:ext cx="2616200" cy="15619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活动结束后可一键导出包含排名、得分详情的成绩榜单，为活动复盘总结、效果分析及后续宣传提供详实的数据支撑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388100" y="4267200"/>
            <a:ext cx="2616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成绩榜单智能导出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05200" y="4749800"/>
            <a:ext cx="2616200" cy="15619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引入分组对战与战队PK机制，强化活动的互动性与竞技氛围，有效提升参与者的投入感与团队凝聚力，增添活动趣味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3505200" y="4267200"/>
            <a:ext cx="2616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团队竞技PK模式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4200" y="4749800"/>
            <a:ext cx="2616200" cy="15619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未来将支持多选题、判断题、图片题等多种题型，打破单一答题形式，适配各类知识竞赛、趣味互动与专业考核的需求</a:t>
            </a:r>
            <a:r>
              <a:rPr lang="en-US" sz="1400" b="0" i="0" u="none" strike="noStrike" dirty="0">
                <a:solidFill>
                  <a:srgbClr val="595959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584200" y="4267200"/>
            <a:ext cx="2616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3B8B"/>
                </a:solidFill>
                <a:latin typeface="微软雅黑"/>
                <a:ea typeface="微软雅黑"/>
                <a:cs typeface="微软雅黑"/>
                <a:sym typeface="微软雅黑"/>
              </a:rPr>
              <a:t>支持更多题型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151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blurRad="444500" dist="177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6322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blurRad="444500" dist="177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112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blurRad="444500" dist="177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3980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blurRad="444500" dist="177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3980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112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6322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5151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宽屏</PresentationFormat>
  <Paragraphs>43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微软雅黑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Lin, Yidi</cp:lastModifiedBy>
  <cp:revision>1</cp:revision>
  <dcterms:modified xsi:type="dcterms:W3CDTF">2026-07-29T09:43:24Z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{"Label":"1","ContentProducer":"001191110102MACQD9K64010000","ProduceID":"7667867529955921182","ReservedCode1":"","ContentPropagator":"","PropagateID":"","ReservedCode2":""}</vt:lpwstr>
  </property>
</Properties>
</file>